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6"/>
  </p:handoutMasterIdLst>
  <p:sldIdLst>
    <p:sldId id="2113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4" userDrawn="1">
          <p15:clr>
            <a:srgbClr val="A4A3A4"/>
          </p15:clr>
        </p15:guide>
        <p15:guide id="5" orient="horz" pos="1007" userDrawn="1">
          <p15:clr>
            <a:srgbClr val="A4A3A4"/>
          </p15:clr>
        </p15:guide>
        <p15:guide id="6" orient="horz" pos="1535" userDrawn="1">
          <p15:clr>
            <a:srgbClr val="A4A3A4"/>
          </p15:clr>
        </p15:guide>
        <p15:guide id="7" orient="horz" pos="3105" userDrawn="1">
          <p15:clr>
            <a:srgbClr val="A4A3A4"/>
          </p15:clr>
        </p15:guide>
        <p15:guide id="8" pos="2123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98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1C" initials="X" lastIdx="1" clrIdx="0"/>
  <p:cmAuthor id="2" name="蔡 子诺" initials="蔡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61E"/>
    <a:srgbClr val="F3D5D8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9" autoAdjust="0"/>
    <p:restoredTop sz="96970" autoAdjust="0"/>
  </p:normalViewPr>
  <p:slideViewPr>
    <p:cSldViewPr snapToGrid="0" showGuides="1">
      <p:cViewPr varScale="1">
        <p:scale>
          <a:sx n="95" d="100"/>
          <a:sy n="95" d="100"/>
        </p:scale>
        <p:origin x="66" y="213"/>
      </p:cViewPr>
      <p:guideLst>
        <p:guide pos="3844"/>
        <p:guide orient="horz" pos="1007"/>
        <p:guide orient="horz" pos="1535"/>
        <p:guide orient="horz" pos="3105"/>
        <p:guide pos="2123"/>
        <p:guide pos="4067"/>
        <p:guide pos="5998"/>
        <p:guide pos="5292"/>
        <p:guide pos="2293"/>
      </p:guideLst>
    </p:cSldViewPr>
  </p:slideViewPr>
  <p:outlineViewPr>
    <p:cViewPr>
      <p:scale>
        <a:sx n="33" d="100"/>
        <a:sy n="33" d="100"/>
      </p:scale>
      <p:origin x="0" y="-84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727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14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在数据方面，国内成立了国家数据局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44170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平行四边形 4"/>
          <p:cNvSpPr/>
          <p:nvPr userDrawn="1"/>
        </p:nvSpPr>
        <p:spPr>
          <a:xfrm>
            <a:off x="4144710" y="1537750"/>
            <a:ext cx="8047290" cy="3189811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3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86" y="2142500"/>
            <a:ext cx="8047290" cy="259093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5281297" y="2602227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7341280" y="4870088"/>
            <a:ext cx="224470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6819584" y="3810704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119382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24558" y="4410381"/>
            <a:ext cx="3935296" cy="20929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 rotWithShape="1">
          <a:blip r:embed="rId6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1" name="图片 10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3">
                  <a:alphaModFix amt="25000"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5400" b="1" dirty="0">
                    <a:solidFill>
                      <a:schemeClr val="accent1"/>
                    </a:solidFill>
                  </a:rPr>
                  <a:t>目  录</a:t>
                </a:r>
                <a:endParaRPr lang="zh-CN" altLang="en-US" sz="5400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5772150" y="0"/>
            <a:ext cx="641985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 flipV="1">
            <a:off x="56726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/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1" name="图片 10" descr="图片包含 建筑物&#10;&#10;自动生成的说明"/>
              <p:cNvPicPr>
                <a:picLocks noChangeAspect="1"/>
              </p:cNvPicPr>
              <p:nvPr/>
            </p:nvPicPr>
            <p:blipFill>
              <a:blip r:embed="rId3">
                <a:alphaModFix amt="25000"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/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dirty="0">
                  <a:solidFill>
                    <a:schemeClr val="accent1"/>
                  </a:solidFill>
                </a:rPr>
                <a:t>目         录</a:t>
              </a:r>
              <a:endParaRPr lang="zh-CN" altLang="en-US" sz="6000" b="1" dirty="0">
                <a:solidFill>
                  <a:schemeClr val="accent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047" y="797373"/>
            <a:ext cx="1590855" cy="1114981"/>
          </a:xfrm>
          <a:prstGeom prst="rect">
            <a:avLst/>
          </a:prstGeom>
        </p:spPr>
      </p:pic>
      <p:sp>
        <p:nvSpPr>
          <p:cNvPr id="13" name="图片占位符 12"/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0800000">
            <a:off x="5885901" y="-45000"/>
            <a:ext cx="90000" cy="694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5842000" cy="68770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6238874" y="3047028"/>
            <a:ext cx="5648325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38874" y="4054685"/>
            <a:ext cx="5648325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l="49487" r="1345"/>
          <a:stretch>
            <a:fillRect/>
          </a:stretch>
        </p:blipFill>
        <p:spPr>
          <a:xfrm>
            <a:off x="6238430" y="6041797"/>
            <a:ext cx="5920443" cy="4116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/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/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</a:rPr>
              <a:t>标题一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2831521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标题二</a:t>
            </a:r>
            <a:endParaRPr lang="zh-CN" altLang="en-U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4645215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标题三</a:t>
            </a:r>
            <a:endParaRPr lang="zh-CN" altLang="en-U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平行四边形 15"/>
          <p:cNvSpPr/>
          <p:nvPr userDrawn="1"/>
        </p:nvSpPr>
        <p:spPr>
          <a:xfrm>
            <a:off x="6481406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标题四</a:t>
            </a:r>
            <a:endParaRPr lang="zh-CN" altLang="en-U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829510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标题五</a:t>
            </a:r>
            <a:endParaRPr lang="zh-CN" altLang="en-U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图片包含 户外, 标牌, 黑色&#10;&#10;自动生成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片包含 户外, 标牌, 黑色&#10;&#10;自动生成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28" y="853340"/>
            <a:ext cx="1656344" cy="1656344"/>
          </a:xfrm>
          <a:prstGeom prst="rect">
            <a:avLst/>
          </a:prstGeom>
        </p:spPr>
      </p:pic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7322504" y="1488254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322504" y="4146847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033473" y="2496180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01" y="1860735"/>
            <a:ext cx="2858911" cy="2332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略读论文</a:t>
            </a:r>
            <a:r>
              <a:rPr lang="en-US" altLang="zh-CN" dirty="0"/>
              <a:t>PPT</a:t>
            </a:r>
            <a:r>
              <a:rPr lang="zh-CN" altLang="en-US" dirty="0"/>
              <a:t>样例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370039" y="396763"/>
            <a:ext cx="659567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EACAB8-BDC7-46D8-AED4-E3A5E447E221}" type="slidenum">
              <a:rPr lang="zh-CN" altLang="en-US" sz="1400">
                <a:solidFill>
                  <a:schemeClr val="bg1"/>
                </a:solidFill>
                <a:latin typeface="AXIS Std M" panose="020B0600000000000000" pitchFamily="34" charset="-128"/>
                <a:ea typeface="AXIS Std M" panose="020B0600000000000000" pitchFamily="34" charset="-128"/>
              </a:rPr>
            </a:fld>
            <a:endParaRPr lang="zh-CN" altLang="en-US" sz="1400" dirty="0">
              <a:solidFill>
                <a:schemeClr val="bg1"/>
              </a:solidFill>
              <a:latin typeface="AXIS Std M" panose="020B0600000000000000" pitchFamily="34" charset="-128"/>
              <a:ea typeface="AXIS Std M" panose="020B0600000000000000" pitchFamily="34" charset="-128"/>
            </a:endParaRPr>
          </a:p>
        </p:txBody>
      </p:sp>
      <p:sp>
        <p:nvSpPr>
          <p:cNvPr id="7" name="文本占位符 6"/>
          <p:cNvSpPr/>
          <p:nvPr>
            <p:ph type="body" sz="quarter" idx="14"/>
          </p:nvPr>
        </p:nvSpPr>
        <p:spPr>
          <a:xfrm>
            <a:off x="318770" y="766445"/>
            <a:ext cx="11568430" cy="645160"/>
          </a:xfrm>
        </p:spPr>
        <p:txBody>
          <a:bodyPr/>
          <a:p>
            <a:r>
              <a:rPr lang="zh-CN" altLang="en-US"/>
              <a:t>这篇文章用了</a:t>
            </a:r>
            <a:r>
              <a:rPr lang="en-US" altLang="zh-CN" b="1">
                <a:solidFill>
                  <a:srgbClr val="FF0000"/>
                </a:solidFill>
              </a:rPr>
              <a:t>XXX</a:t>
            </a:r>
            <a:r>
              <a:rPr lang="zh-CN" altLang="en-US" b="1">
                <a:solidFill>
                  <a:srgbClr val="FF0000"/>
                </a:solidFill>
              </a:rPr>
              <a:t>方法</a:t>
            </a:r>
            <a:r>
              <a:rPr lang="zh-CN" altLang="en-US"/>
              <a:t>解决了</a:t>
            </a:r>
            <a:r>
              <a:rPr lang="en-US" altLang="zh-CN" b="1">
                <a:solidFill>
                  <a:srgbClr val="FF0000"/>
                </a:solidFill>
              </a:rPr>
              <a:t>XXX</a:t>
            </a:r>
            <a:r>
              <a:rPr lang="zh-CN" altLang="en-US" b="1">
                <a:solidFill>
                  <a:srgbClr val="FF0000"/>
                </a:solidFill>
              </a:rPr>
              <a:t>大问题</a:t>
            </a:r>
            <a:r>
              <a:rPr lang="zh-CN" altLang="en-US"/>
              <a:t>中的</a:t>
            </a:r>
            <a:r>
              <a:rPr lang="en-US" altLang="zh-CN" b="1">
                <a:solidFill>
                  <a:srgbClr val="FF0000"/>
                </a:solidFill>
              </a:rPr>
              <a:t>XXX</a:t>
            </a:r>
            <a:r>
              <a:rPr lang="zh-CN" altLang="en-US" b="1">
                <a:solidFill>
                  <a:srgbClr val="FF0000"/>
                </a:solidFill>
              </a:rPr>
              <a:t>问题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矩形: 圆角 44"/>
          <p:cNvSpPr/>
          <p:nvPr>
            <p:custDataLst>
              <p:tags r:id="rId2"/>
            </p:custDataLst>
          </p:nvPr>
        </p:nvSpPr>
        <p:spPr>
          <a:xfrm>
            <a:off x="293370" y="1485900"/>
            <a:ext cx="3750945" cy="1473200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318770" y="1487170"/>
            <a:ext cx="1186815" cy="1472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模块一名称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633220" y="1486535"/>
            <a:ext cx="2363470" cy="1472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模块一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描述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5"/>
            </p:custDataLst>
          </p:nvPr>
        </p:nvCxnSpPr>
        <p:spPr>
          <a:xfrm>
            <a:off x="1569720" y="1765300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300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44"/>
          <p:cNvSpPr/>
          <p:nvPr>
            <p:custDataLst>
              <p:tags r:id="rId6"/>
            </p:custDataLst>
          </p:nvPr>
        </p:nvSpPr>
        <p:spPr>
          <a:xfrm>
            <a:off x="318770" y="3208020"/>
            <a:ext cx="3742055" cy="1473200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2">
                  <a:lumMod val="5000"/>
                  <a:lumOff val="95000"/>
                  <a:alpha val="0"/>
                </a:schemeClr>
              </a:gs>
              <a:gs pos="100000">
                <a:schemeClr val="accent2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635760" y="3208655"/>
            <a:ext cx="2362835" cy="1472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模块二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描述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8"/>
            </p:custDataLst>
          </p:nvPr>
        </p:nvCxnSpPr>
        <p:spPr>
          <a:xfrm>
            <a:off x="1569720" y="3487420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300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44"/>
          <p:cNvSpPr/>
          <p:nvPr>
            <p:custDataLst>
              <p:tags r:id="rId9"/>
            </p:custDataLst>
          </p:nvPr>
        </p:nvSpPr>
        <p:spPr>
          <a:xfrm>
            <a:off x="318770" y="4930140"/>
            <a:ext cx="3742055" cy="1473200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1633855" y="4930140"/>
            <a:ext cx="2362835" cy="1472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模块三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描述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>
            <a:off x="1569720" y="5208905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300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293370" y="3208020"/>
            <a:ext cx="1210945" cy="14725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模块二名称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293370" y="4930140"/>
            <a:ext cx="1211580" cy="14738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模块三名称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04030" y="1518285"/>
            <a:ext cx="7532370" cy="48907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方法框架</a:t>
            </a:r>
            <a:r>
              <a:rPr lang="en-US" altLang="zh-CN"/>
              <a:t>/</a:t>
            </a:r>
            <a:r>
              <a:rPr lang="zh-CN" altLang="en-US"/>
              <a:t>流程图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2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638_2*l_h_a*1_1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&#10;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38_2*l_h_f*1_1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38_2*l_h_i*1_1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38_2*l_h_i*1_2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38_2*l_h_f*1_2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38_2*l_h_i*1_2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38_2*l_h_i*1_3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38_2*l_h_f*1_3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38_2*l_h_i*1_3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638_2*l_h_a*1_2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&#10;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638_2*l_h_a*1_3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387.2501151278593,&quot;left&quot;:23.099987770063514,&quot;top&quot;:116.99996337890624,&quot;width&quot;:881.400024436967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&#10;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KSO_WPP_MARK_KEY" val="acad4618-62b7-433e-b914-a0aa282c6ac5"/>
  <p:tag name="COMMONDATA" val="eyJoZGlkIjoiYzRiN2Y2MDQ0NjYxOWM1NTgwYTZhMDFhNjM2N2M3OWIifQ=="/>
  <p:tag name="commondata" val="eyJoZGlkIjoiMTU3MmFkMjhlZmQyM2NlYjIzMWU3ZTc5ZDU4Zjc1NTEifQ=="/>
  <p:tag name="resource_record_key" val="{&quot;70&quot;:[3318990]}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WPS 演示</Application>
  <PresentationFormat>Widescreen</PresentationFormat>
  <Paragraphs>22</Paragraphs>
  <Slides>1</Slides>
  <Notes>85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等线</vt:lpstr>
      <vt:lpstr>微软雅黑</vt:lpstr>
      <vt:lpstr>Segoe UI</vt:lpstr>
      <vt:lpstr>Segoe UI Light</vt:lpstr>
      <vt:lpstr>AXIS Std M</vt:lpstr>
      <vt:lpstr>Arial Unicode MS</vt:lpstr>
      <vt:lpstr>MS UI Gothic</vt:lpstr>
      <vt:lpstr>Century Gothic</vt:lpstr>
      <vt:lpstr>1_OfficePLUS</vt:lpstr>
      <vt:lpstr>4_Office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黎明使者</cp:lastModifiedBy>
  <cp:revision>445</cp:revision>
  <cp:lastPrinted>2022-07-10T10:54:00Z</cp:lastPrinted>
  <dcterms:created xsi:type="dcterms:W3CDTF">2019-01-23T14:14:00Z</dcterms:created>
  <dcterms:modified xsi:type="dcterms:W3CDTF">2026-01-11T13:35:25Z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0049BC914EE74D80AC00A13AAE20394A_13</vt:lpwstr>
  </property>
  <property fmtid="{D5CDD505-2E9C-101B-9397-08002B2CF9AE}" pid="12" name="KSOProductBuildVer">
    <vt:lpwstr>2052-12.1.0.24034</vt:lpwstr>
  </property>
</Properties>
</file>